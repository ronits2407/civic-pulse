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Karma points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Report</c:v>
                  </c:pt>
                  <c:pt idx="1">
                    <c:v>Vote</c:v>
                  </c:pt>
                  <c:pt idx="2">
                    <c:v>Confirmed</c:v>
                  </c:pt>
                  <c:pt idx="3">
                    <c:v>Resolved</c:v>
                  </c:pt>
                  <c:pt idx="4">
                    <c:v>Rejected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</c:v>
                </c:pt>
                <c:pt idx="2">
                  <c:v>20</c:v>
                </c:pt>
                <c:pt idx="3">
                  <c:v>50</c:v>
                </c:pt>
                <c:pt idx="4">
                  <c:v>-5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CivicPulse is an AI-powered civic issue platform for Indian cities, built for Problem Statement 2 - Hyperlocal Problem Solver. We built and seeded it around Nashik. In the next few minutes: the problem, the six-agent pipeline, and what makes it trustworthy and deployable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is not that people can't report - it's what happens after. Duplicates bury staff, there's no severity triage, nobody verifies claims, and the citizen is left in the dark. That broken loop is what CivicPulse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experience for a citizen is simple: report in any form, then watch the system work. Behind that sits the six-agent pipeline on the next slide. The admin never sees raw noise - they see a verified, prioritised, SLA-stamped work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0 to 4 run automatically on every report inside a LangGraph StateGraph. Failures route to a save node and can be retried from the exact failed stage. Agent 5 is the strategic one: it runs on demand for admins and looks at the whole city rather than one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Deduplication is deliberately scoped to a 200-metre radius and the same category, then an LLM judge confirms it is the same physical problem. This protects against false merges. The duplicate is closed and attached to a cluster, and the parent issue gets an evolving situation update. Validation uses a ReAct agent with a weather tool and web search; low scores are not rejected outright - they go to the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credibility is under 6, nearby citizens within 1 km review the issue. Three votes reach quorum. Confirmed issues resume the pipeline at Agent 4; rejected ones close and the reporter loses karma. Karma is a ledger: +10 for reporting, +2 for voting, +20 when a report is confirmed, +50 when the issue is resolved, minus 5 for a rejected report. It aligns incentives for honest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console is built around action: an inbox sorted by severity and SLA, a map, and a route planner that uses the Google Routes API with waypoint optimisation so field crews visit clustered issues in an efficient order. The SLA is not hallucinated - Agent 4 retrieves the relevant standard operating procedure via vector search and the deadline is computed in code from the hours it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5 is admin-triggered and uses Gemini 2.5 Pro. It clusters recent issues geographically, then asks the model for predictions per cluster: predicted category, confidence, and the evidence behind it. Results are stored in predictive_alerts and rendered on the admin map. The JSON shown is the output schema, with illustrative values. This shifts the city from firefighting to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is the first barrier in Indian civic tech, so translation is Agent 0 - it runs before everything else. The mobile app is a real React Native client, not a WebView, talking to the same API. The Impact Receipt gives citizens something to share when their issue is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ships as a multi-stage Docker image to Artifact Registry and runs on Cloud Run in asia-south1, close to our users. GitHub Actions authenticates with Workload Identity Federation, so there are no long-lived GCP credentials in the repo. Gemini does every language and vision task; Supabase gives us Postgres with PostGIS and pgvector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where we are: the full flow works end to end. The honest next steps are production hardening - a durable checkpointer instead of in-memory state, and stricter session verification on citizen routes - and then integration with real departmental systems and expansion to other cities by extending the SOP knowledge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CivicPulse turns the civic complaint from a dead end into a closed loop. Offer the live demo: submit a report, watch the six agents run, then show the admin view and the predictive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914400"/>
            <a:ext cx="3291840" cy="329184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828800"/>
            <a:ext cx="1463040" cy="1463040"/>
          </a:xfrm>
          <a:prstGeom prst="ellipse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205740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984" y="2286000"/>
            <a:ext cx="438912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SUBMISSION  |  COMMUNITY HERO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that turn citizen complaints into resolved city problems.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2: Hyperlocal Problem Solver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Nashik  |  Gemini 2.5  |  Google Cloud Run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is easy. Getting it fixed is not.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017520" cy="3108960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00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complaint goes in, and nothing comes back.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teams drown in raw, unsorted, unverified tickets. Citizens stop reporting.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86200" y="1481328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4582" y="1609710"/>
            <a:ext cx="218724" cy="2187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26280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floods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26280" y="17007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Fifty people report the same pothole. Fifty tickets, one problem.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49040" y="2176272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886200" y="2286000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582" y="2414382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2249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triage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26280" y="2505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wire and a faded sign sit in the same queue.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749040" y="2980944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86200" y="3090672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582" y="3219054"/>
            <a:ext cx="218724" cy="2187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26280" y="30540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 claims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26280" y="3310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checks whether a report is real or exaggerated.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749040" y="3785616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886200" y="3895344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582" y="4023726"/>
            <a:ext cx="218724" cy="2187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26280" y="3858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feedback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26280" y="4114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never learn who owns it or when it will be fixed.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report in. A closed loop out.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81874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Report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photo, video or voice, in any language, pinned by GPS or on a map.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514600"/>
            <a:ext cx="164592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41732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262" y="181874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Understand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52044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AI agents translate, classify, de-duplicate, verify and brief the issue.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514600"/>
            <a:ext cx="164592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41732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02" y="1818742"/>
            <a:ext cx="294437" cy="29443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5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Resolve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35508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get a prioritised, SLA-timed work order. Citizens track it live and earn karma.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PWA + native Android app on one shared backend, with realtime updates via Supabase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agents, one autonomous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2704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298" y="164555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99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  Translation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70432" y="1773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2103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the language and normalises to English. Keeps the original and a trace.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6432" y="152704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938" y="1645554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5072" y="1499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 Classifier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005072" y="1773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 Vision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56432" y="2103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text and image. Outputs category, severity 1-10 and emergency flag.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1072" y="152704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78" y="1645554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39712" y="1499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 Dedup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39712" y="1773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+ Gemini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91072" y="2103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200 m search plus an AI judge. Merges repeats into one cluster.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292608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" y="308152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8" y="3200034"/>
            <a:ext cx="201900" cy="201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70432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 Validation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70432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1792" y="3657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 checks weather and the web. Scores credibility 1-10.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91840" y="292608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56432" y="308152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938" y="3200034"/>
            <a:ext cx="201900" cy="201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05072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 Resolution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005072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RAG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456432" y="3657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municipal SOPs drafts a 150-200 word brief and SLA deadline.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126480" y="2926080"/>
            <a:ext cx="2560320" cy="14173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91072" y="308152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578" y="3200034"/>
            <a:ext cx="201900" cy="2019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39712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  Predictive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839712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291072" y="36576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history and forecasts the next hotspots. Admin-triggered.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  |  conditional branching  |  retry and resume from any failed stage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OVER NOISE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duplicates. Fewer fakes.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69026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duplicates become signal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68296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68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00200" y="2331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finds same-category issues within 200 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308152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600200" y="30449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decides: is this the same physical problem?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794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600200" y="37581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cluster is created and an Evolving Situation Update is added to the parent.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09160" y="1371600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690268"/>
            <a:ext cx="231343" cy="23134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credibility before action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937760" y="2368296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37760" y="2368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852160" y="2331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weather and web search, driven by a ReAct agent.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937760" y="308152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37760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852160" y="30449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evidence plus tool results give a 1-10 credibility score.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937760" y="379476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37760" y="3794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852160" y="37581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6, the issue goes to neighbours for community review.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TRUST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are the final validator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 voting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Low-credibility issue is shown to citizens within 1 km of it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615184"/>
            <a:ext cx="237744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28346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votes reach quorum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3346704"/>
            <a:ext cx="237744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5800" y="35661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DDF4E4"/>
          </a:solidFill>
          <a:ln w="12700">
            <a:solidFill>
              <a:srgbClr val="DDF4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resumes at Agent 4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514600" y="35661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DE2E3"/>
          </a:solidFill>
          <a:ln w="12700">
            <a:solidFill>
              <a:srgbClr val="FDE2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0604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Closed, reporter loses karma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3716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 ledger: points per action</a:t>
            </a:r>
            <a:endParaRPr lang="en-US" sz="15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754880" y="1828800"/>
          <a:ext cx="38404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MUNICIPAL TEAMS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 to work order, automatically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76756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1605138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3560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inbox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by severity and SLA, internal comments, status updates.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2272284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10" y="2400666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2311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map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24963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open issue on a live map with clusters.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6265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3067812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3196194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0266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planner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32918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Field-team stops ordered by TSP via Google Routes API.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75818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863340"/>
            <a:ext cx="475488" cy="475488"/>
          </a:xfrm>
          <a:prstGeom prst="ellipse">
            <a:avLst/>
          </a:prstGeom>
          <a:solidFill>
            <a:srgbClr val="D5F5F0"/>
          </a:solidFill>
          <a:ln w="12700">
            <a:solidFill>
              <a:srgbClr val="D5F5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991722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82219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trace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88720" y="4087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each agent's reasoning and retry failed stages.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937760" y="1371600"/>
            <a:ext cx="3749040" cy="3063240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16636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GROUNDED IN REAL SOPs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166360" y="1828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retrieves the matching municipal SOP with pgvector, then sets the deadline from it. Never a guess.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166360" y="2697480"/>
            <a:ext cx="3291840" cy="150876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49240" y="278892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SOP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"Potholes deeper than 5 cm on major arterial roads must be filled within 24 hours."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sla_deadline = now + 24 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5: PREDICTIVE HOTSPOTS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proactive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828800" cy="160020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9621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history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95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Lookback window of geolocated reports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2121408"/>
            <a:ext cx="146304" cy="2103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1417320"/>
            <a:ext cx="1828800" cy="160020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0" y="15727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644" y="169621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743200" y="2395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geographic clustering, optional bbox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121408"/>
            <a:ext cx="146304" cy="2103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63440" y="1417320"/>
            <a:ext cx="1828800" cy="160020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764" y="1696212"/>
            <a:ext cx="210312" cy="21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4632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846320" y="2395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patterns per cluster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121408"/>
            <a:ext cx="146304" cy="21031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766560" y="1417320"/>
            <a:ext cx="1828800" cy="160020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949440" y="15727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884" y="1696212"/>
            <a:ext cx="210312" cy="2103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49440" y="2103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6949440" y="2395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predictive_alerts, shown on the map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57200" y="3291840"/>
            <a:ext cx="4754880" cy="1280160"/>
          </a:xfrm>
          <a:prstGeom prst="rect">
            <a:avLst/>
          </a:prstGeom>
          <a:solidFill>
            <a:srgbClr val="08121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640080" y="3383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"predicted_category": "sanitation",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0.82,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"basis_summary": "Recurring drain blockages..."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440680" y="3337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schema, illustrative values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5440680" y="3611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act before the monsoon blocks the drain, not after the street floods.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India actually reports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868680" cy="8686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language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type in Hindi, Marathi or English. Agent 0 detects and translates, and the civic brief comes back in their language too.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600200"/>
            <a:ext cx="868680" cy="8686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84708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device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2044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Next.js PWA plus a native Android app (React Native / Expo) on the same backend and database.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600200"/>
            <a:ext cx="868680" cy="8686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470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proof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5508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resolution gets an Impact Receipt: a 1200x630 share card generated at the edge, so wins spread.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Google Cloud, powered by Gemini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23317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PWA (Next.js)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(Expo)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OSM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2743200" cy="23317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81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 |  ASIA-SOUTH1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standalone container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+ LangGraph agents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pipeline via after()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resume endpoints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371600"/>
            <a:ext cx="3017520" cy="2331720"/>
          </a:xfrm>
          <a:prstGeom prst="rect">
            <a:avLst/>
          </a:prstGeom>
          <a:solidFill>
            <a:srgbClr val="13293D"/>
          </a:solidFill>
          <a:ln w="12700">
            <a:solidFill>
              <a:srgbClr val="2341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82880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/ Pro + embeddings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Geocoding + Routes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Postgres, PostGIS, pgvector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Auth, Storage, Realtime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395728"/>
            <a:ext cx="146304" cy="21031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395728"/>
            <a:ext cx="146304" cy="21031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&gt; Workload Identity Federation (no stored keys) &gt; Artifact Registry &gt; Cloud Run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today. Scaling next.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working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Six-agent LangGraph pipeline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dashboard with realtime updates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quorum voting and karma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inbox, map, route planner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hotspots (Agent 5)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PWA and native Android app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deploy with CI/CD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3108960"/>
          </a:xfrm>
          <a:prstGeom prst="rect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PostgresSaver checkpointer so pipelines resume across restarts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Session-verified auth on every citizen route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to department ticketing systems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Ward-level public accountability dashboards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beyond Nashik by extending the SOP knowledge base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126480" y="118872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1600200"/>
            <a:ext cx="1920240" cy="192024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965960"/>
            <a:ext cx="1188720" cy="118872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86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34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heard.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duplicate merged. Every fix tracked.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gives citizens a voice and city teams a plan.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Live demo next.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CivicPulse - Hackathon Pitch</dc:title>
  <dc:subject>PptxGenJS Presentation</dc:subject>
  <dc:creator>Team CivicPulse</dc:creator>
  <cp:lastModifiedBy>Team CivicPulse</cp:lastModifiedBy>
  <cp:revision>1</cp:revision>
  <dcterms:created xsi:type="dcterms:W3CDTF">2026-10-10T11:53:19Z</dcterms:created>
  <dcterms:modified xsi:type="dcterms:W3CDTF">2026-10-10T11:53:19Z</dcterms:modified>
</cp:coreProperties>
</file>